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Falcon v3 Launch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Manufacturing ramp is on track for a Q4 2025 general-availability launch.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Servo supplier lead time remains the critical-path risk for Q4 volume.</a:t>
            </a:r>
          </a:p>
          <a:p>
            <a:r>
              <a:t>Wireless OTA reliability issue tracked for fix in firmware 3.2.0.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Gold-tier regional support (4 hour SLA) is live in North America ahead of launch.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